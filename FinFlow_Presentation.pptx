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Personal Finance Intelligence for Young Earners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ambiguity for young earners:</a:t>
            </a:r>
          </a:p>
          <a:p>
            <a:r>
              <a:t>• Irregular income from stipends, freelancing, or entry-level jobs.</a:t>
            </a:r>
          </a:p>
          <a:p>
            <a:r>
              <a:t>• Difficulty tracking where money goes across many micro-transactions.</a:t>
            </a:r>
          </a:p>
          <a:p>
            <a:r>
              <a:t>• Uncertainty about upcoming monthly cash 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Three Key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FinFlow is built to answer:</a:t>
            </a:r>
          </a:p>
          <a:p>
            <a:r>
              <a:t>1. Where did my money go? (Dashboard &amp; categorical breakdowns)</a:t>
            </a:r>
          </a:p>
          <a:p>
            <a:r>
              <a:t>2. Is anything wrong? (ML-powered fraud alerts &amp; budget limits)</a:t>
            </a:r>
          </a:p>
          <a:p>
            <a:r>
              <a:t>3. Will I be okay next month? (Cash flow forecasting &amp; subscription audit)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functionalities:</a:t>
            </a:r>
          </a:p>
          <a:p>
            <a:r>
              <a:t>• Interactive Dashboard: Real-time financial health score.</a:t>
            </a:r>
          </a:p>
          <a:p>
            <a:r>
              <a:t>• Smart Budgets: Track spending across categories with dynamic limits.</a:t>
            </a:r>
          </a:p>
          <a:p>
            <a:r>
              <a:t>• Subscriptions Tracker: Identify recurring costs and hidden fees.</a:t>
            </a:r>
          </a:p>
          <a:p>
            <a:r>
              <a:t>• Financial Goals: Measure actual savings rates against long-term targets.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data pipeline:</a:t>
            </a:r>
          </a:p>
          <a:p>
            <a:r>
              <a:t>1. Data Generator: Produces realistic mock transactions.</a:t>
            </a:r>
          </a:p>
          <a:p>
            <a:r>
              <a:t>2. ETL Pipeline: Cleans and categorizes raw data.</a:t>
            </a:r>
          </a:p>
          <a:p>
            <a:r>
              <a:t>3. Database: PostgreSQL with a robust Star Schema.</a:t>
            </a:r>
          </a:p>
          <a:p>
            <a:r>
              <a:t>4. Machine Learning: scikit-learn models for inference.</a:t>
            </a:r>
          </a:p>
          <a:p>
            <a:r>
              <a:t>5. Application Layer: Flask Web App serving HTML and REST 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Engineering (ETL)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Handling the data at scale:</a:t>
            </a:r>
          </a:p>
          <a:p>
            <a:r>
              <a:t>• Star Schema: Organized into fact and dimension tables (Accounts, Merchants, Dates).</a:t>
            </a:r>
          </a:p>
          <a:p>
            <a:r>
              <a:t>• Transformation: Detects recurring merchants, standardizes dates.</a:t>
            </a:r>
          </a:p>
          <a:p>
            <a:r>
              <a:t>• Categorization: Assigns expenses using keyword/MCC mapping.</a:t>
            </a:r>
          </a:p>
          <a:p>
            <a:r>
              <a:t>• Scalable: Uses pandas and psycopg2 for bulk upserts.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Integrations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Intelligent backend systems:</a:t>
            </a:r>
          </a:p>
          <a:p>
            <a:r>
              <a:t>• Fraud Detection: Isolation Forest algorithm flags anomalous amounts, times, and merchants.</a:t>
            </a:r>
          </a:p>
          <a:p>
            <a:r>
              <a:t>• Cash Flow Forecast: Linear Regression predicts 30-day spending trends.</a:t>
            </a:r>
          </a:p>
          <a:p>
            <a:r>
              <a:t>• Evaluation: Models are backtested against naive baselines (e.g. 30-day trailing averages).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Robust and protected:</a:t>
            </a:r>
          </a:p>
          <a:p>
            <a:r>
              <a:t>• API Layer: JSON REST API under `/api/v1/*`.</a:t>
            </a:r>
          </a:p>
          <a:p>
            <a:r>
              <a:t>• Authentication: Secure sessions with Flask-Login, plus CSRF tokens on all forms.</a:t>
            </a:r>
          </a:p>
          <a:p>
            <a:r>
              <a:t>• Isolation: All queries are strictly scoped to the authenticated user's ID.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Roadmap &amp;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Moving to Production Quality:</a:t>
            </a:r>
          </a:p>
          <a:p>
            <a:r>
              <a:t>• Model Calibration: Persisting score thresholds at training time for consistent alerts.</a:t>
            </a:r>
          </a:p>
          <a:p>
            <a:r>
              <a:t>• Security Patching: Mitigating SQL injection in analytical endpoints.</a:t>
            </a:r>
          </a:p>
          <a:p>
            <a:r>
              <a:t>• Better Telemetry: Retaining granular timestamps in the ETL for better ML feature engineering.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Thank you! 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